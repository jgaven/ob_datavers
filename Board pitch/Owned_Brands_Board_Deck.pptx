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WCO  ·  OWNED BRANDS  ·  DATAVERS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signals to help WCO sellers win deals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hold owned-brand margin.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vendor-side intelligence and activity platform inside WCO. It surfaces the signals and tracks our engagement, so the Owned Brands team shows up at the right time with the right pitch.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 signal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the right seller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&amp; hold margin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Goodman   ·   Director, Sales, Owned Brands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WE ARE, AND WHAT’S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can’t see the signals that win deals and hold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We’re the vendor team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 is our primary customer. The Owned Brands team calls on WCO sellers and select customers to help them win with owned brands.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fly blind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see which sellers are about to lose a winnable deal, or where competitive pressure is eroding owned-brand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no tools of our own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WCO’s systems (CORE, USD) weren’t built for the vendor lens. OB-specific tools would lift win rate and margin org-wide.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job: surface those signals and put us in the right place at the right time.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deal we’d lose today, and how we win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WCO seller is bidding a security project: a national-brand camera line, with the rest of the bill of materials still open. The seller sourced it and holds registered project pricing on the cameras.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911498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414418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738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88738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competing distributor bids the same cameras, but pairs them with its own-brand cable. The extra margin on that cable lets it beat our total price, registered pricing and all.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7277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0197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4517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win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54517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flags this seller. The OB team helps specify Owned Brands into the bill of materials, lifting margin and sharpening total price, so WCO keeps the deal.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no system surfaces this seller in time. That is the gap, and the whole point of the platform.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ENGINE,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puts us in the right deal at the right time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 the governed data: a deal at risk or margin under pressure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WCO seller or customer, at the right time, with the cross and 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close the deal and hold owned-brand margin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grow; the engagement is tracked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spine.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detail view unifies sales, stock, opportunities, crosses, and activity. Two tiers run the model: the WCO seller channel (push) and WCO customers (pull).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CRM,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product to owned-brand mapping. OB enablement, not org-wide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Signals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show up: deals at risk, margin under pressure,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OB-generated opportunities; engagement with WCO sellers, our customer (not in USD).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to records; opportunity-loss and product-development signals.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read-only and in-tenant. Margin/cost confined to the authorized OB group.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built: the leadership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1444752"/>
            <a:ext cx="6483096" cy="4541266"/>
          </a:xfrm>
          <a:prstGeom prst="roundRect">
            <a:avLst>
              <a:gd name="adj" fmla="val 805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pic>
        <p:nvPicPr>
          <p:cNvPr id="5" name="Image 0" descr="/Users/jeffgoodman/Documents/Dataverse/Board pitch/prototype_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355080" cy="4413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600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28432" y="158191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 value loop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28432" y="194767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→ crossed → in progress → converted, tracked live.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0" y="28346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0" y="2834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028432" y="281635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by owned brand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28432" y="318211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 AV, LCO Cable and more, ranked by open opportunity.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0" y="40690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28432" y="405079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Engagement by party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28432" y="441655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visits, demos logged for the WCO seller and customer.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two-persona wireframe (Leadership + Sales Team); sample data only. This is proven UX, not a concept.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 is built to execute. The tool is the missing piece.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integrated the LCO sales organization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adding capability and aligning structure to the Owned Brands mandate inside WCO. The structure is in place; the missing piece is the toolset that lets it see around corners that are blind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the team now and that structural investment compounds. Wait, and winnable deals like the one we just walked through keep slipping, quietly.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0" y="2194560"/>
            <a:ext cx="4144975" cy="3017520"/>
          </a:xfrm>
          <a:prstGeom prst="roundRect">
            <a:avLst>
              <a:gd name="adj" fmla="val 3030"/>
            </a:avLst>
          </a:prstGeom>
          <a:solidFill>
            <a:srgbClr val="1040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514600"/>
            <a:ext cx="4144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90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0" y="2743200"/>
            <a:ext cx="4144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4134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WCO would otherwise have lost, identified and supported.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in, governed all the way through, the win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WCO sources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(ERP)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(CRM)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of record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23818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4986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 access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4986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datasets,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or the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API layer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24986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3624986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92698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98997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0165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OB_Datavers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0165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engine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store, Azure SQL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layer, Azure 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00165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20" name="Text 18"/>
          <p:cNvSpPr/>
          <p:nvPr/>
        </p:nvSpPr>
        <p:spPr>
          <a:xfrm>
            <a:off x="6500165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isolated, in-tenant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67877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74175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75343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Dashboard, then the win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75343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Power BI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signals surfaced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owned brands, win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10402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   ·   RBAC + row-level security   ·   stays inside the Microsoft / Azure boundary, no egress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3035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doing: </a:t>
            </a:r>
            <a:pPr algn="ctr" indent="0" marL="0"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writes to CORE/USD, no direct DB connectivity, no duplication, no access outside OB, no egress.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and aligned to confirmed WCO Azure standards; the exact governed-data mechanism is confirmed with the Data Office before build.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production: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WCO sales data incl. margin/cost, via certified datasets, Power BI, or the API layer. User group: the Owned Brands sales team only. No access provided outside of OB.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WCO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Security,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CORE/USD, direct DB connectivity, data duplication, access outside OB,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 and the Owned Brands team can finally see the signals and act on them.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2026-06-20T15:52:08Z</dcterms:created>
  <dcterms:modified xsi:type="dcterms:W3CDTF">2026-06-20T15:52:08Z</dcterms:modified>
</cp:coreProperties>
</file>