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WCO  ·  OWNED BRANDS  ·  DATAVERS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signals to help WCO sellers win deals</a:t>
            </a:r>
            <a:endParaRPr lang="en-US" sz="40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hold owned-brand margin.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read-only, vendor-side intelligence and activity platform inside WCO. It surfaces the signals and tracks our engagement, so the Owned Brands team shows up at the right time with the right pitch.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94415" cy="713232"/>
          </a:xfrm>
          <a:prstGeom prst="roundRect">
            <a:avLst>
              <a:gd name="adj" fmla="val 12821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0"/>
            <a:ext cx="110944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signal</a:t>
            </a:r>
            <a:pPr algn="ctr"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reach the right seller</a:t>
            </a:r>
            <a:pPr algn="ctr"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 &amp; hold margin</a:t>
            </a:r>
            <a:pPr algn="ctr"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Goodman   ·   Director, Sales, Owned Brands   ·   June 19, 2026   ·   Status: Discovery / prototype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WE ARE, AND WHAT’S MISSING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can’t see the signals that win deals and hold margin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15258" cy="3108960"/>
          </a:xfrm>
          <a:prstGeom prst="roundRect">
            <a:avLst>
              <a:gd name="adj" fmla="val 2647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We’re the vendor 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Owned Brands team is WCO’s owned-brands vendor team. Our job is to call on WCO sellers and select customers and help them win.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218" y="2148840"/>
            <a:ext cx="3515258" cy="3108960"/>
          </a:xfrm>
          <a:prstGeom prst="roundRect">
            <a:avLst>
              <a:gd name="adj" fmla="val 2647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8258" y="246888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1" name="Text 9"/>
          <p:cNvSpPr/>
          <p:nvPr/>
        </p:nvSpPr>
        <p:spPr>
          <a:xfrm>
            <a:off x="4658258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2538" y="315468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fly blind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2538" y="384048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see which sellers are about to lose a winnable deal, or where competitive pressure is eroding owned-brand margin.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2148840"/>
            <a:ext cx="3515258" cy="3108960"/>
          </a:xfrm>
          <a:prstGeom prst="roundRect">
            <a:avLst>
              <a:gd name="adj" fmla="val 2647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7837" y="246888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6" name="Text 14"/>
          <p:cNvSpPr/>
          <p:nvPr/>
        </p:nvSpPr>
        <p:spPr>
          <a:xfrm>
            <a:off x="8447837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02117" y="315468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have no tools of our own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2117" y="3840480"/>
            <a:ext cx="296661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WCO’s distributor systems weren’t built for the vendor lens. OB-specific tools would lift win rate and margin organization-wide.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platform’s job: surface those signals and put us in the right place at the right time.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own systems are blind to the vendor lens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64328" cy="2743200"/>
          </a:xfrm>
          <a:prstGeom prst="roundRect">
            <a:avLst>
              <a:gd name="adj" fmla="val 3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78728" y="2148840"/>
            <a:ext cx="5364328" cy="2743200"/>
          </a:xfrm>
          <a:prstGeom prst="roundRect">
            <a:avLst>
              <a:gd name="adj" fmla="val 3000"/>
            </a:avLst>
          </a:prstGeom>
          <a:solidFill>
            <a:srgbClr val="EAF4EE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61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Distributor lens: CORE &amp; USD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156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distributor operating model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invoice, and channel transactions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of brand sell-through or competitive conversion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vendor-side activity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53048" y="23317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lens: what Owned Brands needs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3048" y="2788920"/>
            <a:ext cx="481568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sell-through, brand by brand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performance on every line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cross-reference to owned-brand equivalents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with WCO sellers (our customer; not in USD)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vendor lens, the signal lives in disconnected spreadsheets, invisible to leadership and impossible to scale.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ENGINE, OUR NORTH STAR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loop puts us in the right deal at the right time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527" y="260604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6" name="Text 4"/>
          <p:cNvSpPr/>
          <p:nvPr/>
        </p:nvSpPr>
        <p:spPr>
          <a:xfrm>
            <a:off x="1472527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 the governed data: a deal at risk or margin under pressure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45054" y="2377440"/>
            <a:ext cx="502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47974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1861" y="260604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2" name="Text 10"/>
          <p:cNvSpPr/>
          <p:nvPr/>
        </p:nvSpPr>
        <p:spPr>
          <a:xfrm>
            <a:off x="4371861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47974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0854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WCO seller or customer, with the cross and the context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44388" y="2377440"/>
            <a:ext cx="502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347308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1195" y="260604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8" name="Text 16"/>
          <p:cNvSpPr/>
          <p:nvPr/>
        </p:nvSpPr>
        <p:spPr>
          <a:xfrm>
            <a:off x="7271195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7308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0188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close the deal and hold owned-brand margin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43721" y="2377440"/>
            <a:ext cx="502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246641" y="2377440"/>
            <a:ext cx="2396414" cy="2286000"/>
          </a:xfrm>
          <a:prstGeom prst="roundRect">
            <a:avLst>
              <a:gd name="adj" fmla="val 36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70528" y="260604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0528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46641" y="3291840"/>
            <a:ext cx="23964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29521" y="3749040"/>
            <a:ext cx="20306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grow; the engagement is tracked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SKU is the spine.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detail view unifies sales, stock, opportunities, crosses, and activity. Two tiers run the model: the WCO seller channel (push) and WCO customers (pull).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vendor-side platform and CRM, already prototyped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44144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39572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76148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product → owned-brand mapping. OB enablement, not org-wide access.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8698" y="219456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7298" y="244144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98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◎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3098" y="239572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Signals + supply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83098" y="276148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show up: deals at risk, margin under pressure, stock signal.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8757" y="219456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7357" y="244144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6" name="Text 14"/>
          <p:cNvSpPr/>
          <p:nvPr/>
        </p:nvSpPr>
        <p:spPr>
          <a:xfrm>
            <a:off x="8417357" y="24414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03157" y="239572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Vendor-lens CRM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03157" y="276148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OB-generated opportunities; engagement with WCO sellers, our customer (not in USD).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13308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408736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email-drop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45312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→ records; opportunity-loss and product-development signals.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68698" y="388620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7298" y="413308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26" name="Text 24"/>
          <p:cNvSpPr/>
          <p:nvPr/>
        </p:nvSpPr>
        <p:spPr>
          <a:xfrm>
            <a:off x="4597298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▣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83098" y="408736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 dashboard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83098" y="445312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query over the whole pipeline.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8757" y="3886200"/>
            <a:ext cx="3454298" cy="1371600"/>
          </a:xfrm>
          <a:prstGeom prst="roundRect">
            <a:avLst>
              <a:gd name="adj" fmla="val 6000"/>
            </a:avLst>
          </a:prstGeom>
          <a:solidFill>
            <a:srgbClr val="F4F8F5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7357" y="4133088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31" name="Text 29"/>
          <p:cNvSpPr/>
          <p:nvPr/>
        </p:nvSpPr>
        <p:spPr>
          <a:xfrm>
            <a:off x="8417357" y="4133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▤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03157" y="4087368"/>
            <a:ext cx="240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&amp; forecast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103157" y="4453128"/>
            <a:ext cx="24027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overlay with pipeline-weighted demand.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two-persona prototype (Leadership + Sales Team) already exists: proven UX, not a concept.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&amp;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and in-tenant: zero risk to CORE or USD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64328" cy="3108960"/>
          </a:xfrm>
          <a:prstGeom prst="roundRect">
            <a:avLst>
              <a:gd name="adj" fmla="val 2647"/>
            </a:avLst>
          </a:prstGeom>
          <a:solidFill>
            <a:srgbClr val="FBECEC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2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NOT 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81568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/ update / delete to CORE, USD, or any system of record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production-database connectivity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 or ownership of WCO data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outside the OB sales team</a:t>
            </a:r>
            <a:endParaRPr lang="en-US" sz="14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✕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egress outside the Microsoft / Azure boundary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8728" y="2148840"/>
            <a:ext cx="5364328" cy="3108960"/>
          </a:xfrm>
          <a:prstGeom prst="roundRect">
            <a:avLst>
              <a:gd name="adj" fmla="val 2647"/>
            </a:avLst>
          </a:prstGeom>
          <a:solidFill>
            <a:srgbClr val="EAF4EE"/>
          </a:solidFill>
          <a:ln w="12700">
            <a:solidFill>
              <a:srgbClr val="DCE5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2331720"/>
            <a:ext cx="4815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7F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it’s governed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53048" y="2834640"/>
            <a:ext cx="48156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Azure-native: App Service / Functions + isolated Azure SQL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SSO, application RBAC, territory row-level security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certified Power BI, no dataset duplication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4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in-tenant; margin/cost handled as Confidential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complements Power BI and introduces no new system of record for WCO data.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1B7F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phased build I can execute solo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11778" y="3017520"/>
            <a:ext cx="9168140" cy="0"/>
          </a:xfrm>
          <a:prstGeom prst="line">
            <a:avLst/>
          </a:prstGeom>
          <a:noFill/>
          <a:ln w="25400">
            <a:solidFill>
              <a:srgbClr val="DC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58" y="27432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6" name="Text 4"/>
          <p:cNvSpPr/>
          <p:nvPr/>
        </p:nvSpPr>
        <p:spPr>
          <a:xfrm>
            <a:off x="123745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Scoping, prototype, access one-pager, systems discovery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29493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0" name="Text 8"/>
          <p:cNvSpPr/>
          <p:nvPr/>
        </p:nvSpPr>
        <p:spPr>
          <a:xfrm>
            <a:off x="3529493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40675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6395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read-only approval; confirm mechanism with Data Office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21528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4" name="Text 12"/>
          <p:cNvSpPr/>
          <p:nvPr/>
        </p:nvSpPr>
        <p:spPr>
          <a:xfrm>
            <a:off x="582152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32710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78430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production: data layer, app DB, identity, Power BI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13563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18" name="Text 16"/>
          <p:cNvSpPr/>
          <p:nvPr/>
        </p:nvSpPr>
        <p:spPr>
          <a:xfrm>
            <a:off x="8113563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24745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70465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Email-drop, datasheet crosses, natural-language query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405598" y="2743200"/>
            <a:ext cx="548640" cy="548640"/>
          </a:xfrm>
          <a:prstGeom prst="ellipse">
            <a:avLst/>
          </a:prstGeom>
          <a:solidFill>
            <a:srgbClr val="1B7F4B"/>
          </a:solidFill>
          <a:ln/>
        </p:spPr>
      </p:sp>
      <p:sp>
        <p:nvSpPr>
          <p:cNvPr id="22" name="Text 20"/>
          <p:cNvSpPr/>
          <p:nvPr/>
        </p:nvSpPr>
        <p:spPr>
          <a:xfrm>
            <a:off x="10405598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716780" y="3429000"/>
            <a:ext cx="19262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Rollout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62500" y="3840480"/>
            <a:ext cx="18348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adoption, education &amp; sales-plan outputs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by design: each phase is independently valuable and lowers the risk of the next.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Brands Sales Intelligence Platform</a:t>
            </a:r>
            <a:pPr algn="l" indent="0" marL="0">
              <a:buNone/>
            </a:pPr>
            <a:r>
              <a:rPr lang="en-US" sz="900" dirty="0">
                <a:solidFill>
                  <a:srgbClr val="586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/ Internal   ·   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4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37B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read-only access, an Azure environment, and governance liaisons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2037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data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67128"/>
            <a:ext cx="6613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WCO sales data incl. margin/cost, via certified datasets, Power BI, or the API layer. User group: the Owned Brands sales team only, no access outside OB.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3467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build 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310128"/>
            <a:ext cx="6613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/ resource group under WCO governance, Entra ID app registration, Azure OpenAI in-tenant, and a Power BI workspace with certified-dataset read access.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0B3020"/>
          </a:solidFill>
          <a:ln w="12700">
            <a:solidFill>
              <a:srgbClr val="1B7F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72000"/>
            <a:ext cx="548640" cy="548640"/>
          </a:xfrm>
          <a:prstGeom prst="ellipse">
            <a:avLst/>
          </a:prstGeom>
          <a:solidFill>
            <a:srgbClr val="37B26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48970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liaisons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453128"/>
            <a:ext cx="6613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D6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contacts from Data Office, BI Governance, Cloud Engineering, and IT Security, plus confirmation of the access-request workflow and margin/cost classification.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B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requested: </a:t>
            </a:r>
            <a:pPr indent="0" marL="0">
              <a:buNone/>
            </a:pPr>
            <a:r>
              <a:rPr lang="en-US" sz="1300" dirty="0">
                <a:solidFill>
                  <a:srgbClr val="B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CORE/USD, direct DB connectivity, data duplication, access outside OB, or any egress.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these and the Owned Brands team can finally see the signals and act on them.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2026-06-20T13:53:34Z</dcterms:created>
  <dcterms:modified xsi:type="dcterms:W3CDTF">2026-06-20T13:53:34Z</dcterms:modified>
</cp:coreProperties>
</file>